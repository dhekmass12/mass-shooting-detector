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" charset="1" panose="00000500000000000000"/>
      <p:regular r:id="rId17"/>
    </p:embeddedFont>
    <p:embeddedFont>
      <p:font typeface="Telegraf Bold" charset="1" panose="00000800000000000000"/>
      <p:regular r:id="rId18"/>
    </p:embeddedFont>
    <p:embeddedFont>
      <p:font typeface="Pattanakarn Expanded" charset="1" panose="00000000000000000000"/>
      <p:regular r:id="rId19"/>
    </p:embeddedFont>
    <p:embeddedFont>
      <p:font typeface="Telegraf Medium" charset="1" panose="00000600000000000000"/>
      <p:regular r:id="rId20"/>
    </p:embeddedFont>
    <p:embeddedFont>
      <p:font typeface="Pattanakarn Expanded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084221" y="-2819922"/>
            <a:ext cx="4119558" cy="18611732"/>
            <a:chOff x="0" y="0"/>
            <a:chExt cx="1084987" cy="4901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4987" cy="4901855"/>
            </a:xfrm>
            <a:custGeom>
              <a:avLst/>
              <a:gdLst/>
              <a:ahLst/>
              <a:cxnLst/>
              <a:rect r="r" b="b" t="t" l="l"/>
              <a:pathLst>
                <a:path h="4901855" w="1084987">
                  <a:moveTo>
                    <a:pt x="0" y="0"/>
                  </a:moveTo>
                  <a:lnTo>
                    <a:pt x="1084987" y="0"/>
                  </a:lnTo>
                  <a:lnTo>
                    <a:pt x="1084987" y="4901855"/>
                  </a:lnTo>
                  <a:lnTo>
                    <a:pt x="0" y="490185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84987" cy="4959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0"/>
                </a:lnSpc>
              </a:pPr>
              <a:r>
                <a:rPr lang="en-US" sz="2000" spc="60">
                  <a:solidFill>
                    <a:srgbClr val="FFFFFF">
                      <a:alpha val="49804"/>
                    </a:srgbClr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4397" y="7871026"/>
            <a:ext cx="4547196" cy="674697"/>
            <a:chOff x="0" y="0"/>
            <a:chExt cx="1197615" cy="177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7615" cy="177698"/>
            </a:xfrm>
            <a:custGeom>
              <a:avLst/>
              <a:gdLst/>
              <a:ahLst/>
              <a:cxnLst/>
              <a:rect r="r" b="b" t="t" l="l"/>
              <a:pathLst>
                <a:path h="177698" w="1197615">
                  <a:moveTo>
                    <a:pt x="88849" y="0"/>
                  </a:moveTo>
                  <a:lnTo>
                    <a:pt x="1108766" y="0"/>
                  </a:lnTo>
                  <a:cubicBezTo>
                    <a:pt x="1132331" y="0"/>
                    <a:pt x="1154930" y="9361"/>
                    <a:pt x="1171592" y="26023"/>
                  </a:cubicBezTo>
                  <a:cubicBezTo>
                    <a:pt x="1188255" y="42686"/>
                    <a:pt x="1197615" y="65285"/>
                    <a:pt x="1197615" y="88849"/>
                  </a:cubicBezTo>
                  <a:lnTo>
                    <a:pt x="1197615" y="88849"/>
                  </a:lnTo>
                  <a:cubicBezTo>
                    <a:pt x="1197615" y="112413"/>
                    <a:pt x="1188255" y="135012"/>
                    <a:pt x="1171592" y="151675"/>
                  </a:cubicBezTo>
                  <a:cubicBezTo>
                    <a:pt x="1154930" y="168337"/>
                    <a:pt x="1132331" y="177698"/>
                    <a:pt x="1108766" y="177698"/>
                  </a:cubicBezTo>
                  <a:lnTo>
                    <a:pt x="88849" y="177698"/>
                  </a:lnTo>
                  <a:cubicBezTo>
                    <a:pt x="65285" y="177698"/>
                    <a:pt x="42686" y="168337"/>
                    <a:pt x="26023" y="151675"/>
                  </a:cubicBezTo>
                  <a:cubicBezTo>
                    <a:pt x="9361" y="135012"/>
                    <a:pt x="0" y="112413"/>
                    <a:pt x="0" y="88849"/>
                  </a:cubicBezTo>
                  <a:lnTo>
                    <a:pt x="0" y="88849"/>
                  </a:lnTo>
                  <a:cubicBezTo>
                    <a:pt x="0" y="65285"/>
                    <a:pt x="9361" y="42686"/>
                    <a:pt x="26023" y="26023"/>
                  </a:cubicBezTo>
                  <a:cubicBezTo>
                    <a:pt x="42686" y="9361"/>
                    <a:pt x="65285" y="0"/>
                    <a:pt x="888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97615" cy="23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8160860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49268" y="8160860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52031" y="8000399"/>
            <a:ext cx="415192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9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RNN (Rest N Nap 🛌)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669342"/>
            <a:ext cx="10853285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MASS SHOOTING DETECTOR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029126"/>
          </a:xfrm>
          <a:custGeom>
            <a:avLst/>
            <a:gdLst/>
            <a:ahLst/>
            <a:cxnLst/>
            <a:rect r="r" b="b" t="t" l="l"/>
            <a:pathLst>
              <a:path h="12029126" w="18288000">
                <a:moveTo>
                  <a:pt x="0" y="0"/>
                </a:moveTo>
                <a:lnTo>
                  <a:pt x="18288000" y="0"/>
                </a:lnTo>
                <a:lnTo>
                  <a:pt x="18288000" y="12029126"/>
                </a:lnTo>
                <a:lnTo>
                  <a:pt x="0" y="1202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-740" r="0" b="-74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17794" y="4073282"/>
            <a:ext cx="12652412" cy="1927438"/>
            <a:chOff x="0" y="0"/>
            <a:chExt cx="3332323" cy="5076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2323" cy="507638"/>
            </a:xfrm>
            <a:custGeom>
              <a:avLst/>
              <a:gdLst/>
              <a:ahLst/>
              <a:cxnLst/>
              <a:rect r="r" b="b" t="t" l="l"/>
              <a:pathLst>
                <a:path h="507638" w="3332323">
                  <a:moveTo>
                    <a:pt x="37937" y="0"/>
                  </a:moveTo>
                  <a:lnTo>
                    <a:pt x="3294385" y="0"/>
                  </a:lnTo>
                  <a:cubicBezTo>
                    <a:pt x="3304447" y="0"/>
                    <a:pt x="3314096" y="3997"/>
                    <a:pt x="3321211" y="11112"/>
                  </a:cubicBezTo>
                  <a:cubicBezTo>
                    <a:pt x="3328326" y="18226"/>
                    <a:pt x="3332323" y="27876"/>
                    <a:pt x="3332323" y="37937"/>
                  </a:cubicBezTo>
                  <a:lnTo>
                    <a:pt x="3332323" y="469701"/>
                  </a:lnTo>
                  <a:cubicBezTo>
                    <a:pt x="3332323" y="490653"/>
                    <a:pt x="3315338" y="507638"/>
                    <a:pt x="3294385" y="507638"/>
                  </a:cubicBezTo>
                  <a:lnTo>
                    <a:pt x="37937" y="507638"/>
                  </a:lnTo>
                  <a:cubicBezTo>
                    <a:pt x="27876" y="507638"/>
                    <a:pt x="18226" y="503641"/>
                    <a:pt x="11112" y="496527"/>
                  </a:cubicBezTo>
                  <a:cubicBezTo>
                    <a:pt x="3997" y="489412"/>
                    <a:pt x="0" y="479762"/>
                    <a:pt x="0" y="469701"/>
                  </a:cubicBezTo>
                  <a:lnTo>
                    <a:pt x="0" y="37937"/>
                  </a:lnTo>
                  <a:cubicBezTo>
                    <a:pt x="0" y="27876"/>
                    <a:pt x="3997" y="18226"/>
                    <a:pt x="11112" y="11112"/>
                  </a:cubicBezTo>
                  <a:cubicBezTo>
                    <a:pt x="18226" y="3997"/>
                    <a:pt x="27876" y="0"/>
                    <a:pt x="37937" y="0"/>
                  </a:cubicBezTo>
                  <a:close/>
                </a:path>
              </a:pathLst>
            </a:custGeom>
            <a:solidFill>
              <a:srgbClr val="10162A">
                <a:alpha val="2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32323" cy="564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17794" y="4129425"/>
            <a:ext cx="12652412" cy="167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0"/>
              </a:lnSpc>
              <a:spcBef>
                <a:spcPct val="0"/>
              </a:spcBef>
            </a:pPr>
            <a:r>
              <a:rPr lang="en-US" b="true" sz="4657" spc="-232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Mass Shooting merupakan masalah serius di Amerika Serikat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7280" y="2371052"/>
            <a:ext cx="4501568" cy="2380253"/>
            <a:chOff x="0" y="0"/>
            <a:chExt cx="1185598" cy="6268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5598" cy="626898"/>
            </a:xfrm>
            <a:custGeom>
              <a:avLst/>
              <a:gdLst/>
              <a:ahLst/>
              <a:cxnLst/>
              <a:rect r="r" b="b" t="t" l="l"/>
              <a:pathLst>
                <a:path h="626898" w="1185598">
                  <a:moveTo>
                    <a:pt x="67073" y="0"/>
                  </a:moveTo>
                  <a:lnTo>
                    <a:pt x="1118525" y="0"/>
                  </a:lnTo>
                  <a:cubicBezTo>
                    <a:pt x="1155568" y="0"/>
                    <a:pt x="1185598" y="30030"/>
                    <a:pt x="1185598" y="67073"/>
                  </a:cubicBezTo>
                  <a:lnTo>
                    <a:pt x="1185598" y="559825"/>
                  </a:lnTo>
                  <a:cubicBezTo>
                    <a:pt x="1185598" y="596868"/>
                    <a:pt x="1155568" y="626898"/>
                    <a:pt x="1118525" y="626898"/>
                  </a:cubicBezTo>
                  <a:lnTo>
                    <a:pt x="67073" y="626898"/>
                  </a:lnTo>
                  <a:cubicBezTo>
                    <a:pt x="30030" y="626898"/>
                    <a:pt x="0" y="596868"/>
                    <a:pt x="0" y="559825"/>
                  </a:cubicBezTo>
                  <a:lnTo>
                    <a:pt x="0" y="67073"/>
                  </a:lnTo>
                  <a:cubicBezTo>
                    <a:pt x="0" y="30030"/>
                    <a:pt x="30030" y="0"/>
                    <a:pt x="67073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185598" cy="68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24375" y="2371052"/>
            <a:ext cx="4501568" cy="2380253"/>
            <a:chOff x="0" y="0"/>
            <a:chExt cx="1185598" cy="626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5598" cy="626898"/>
            </a:xfrm>
            <a:custGeom>
              <a:avLst/>
              <a:gdLst/>
              <a:ahLst/>
              <a:cxnLst/>
              <a:rect r="r" b="b" t="t" l="l"/>
              <a:pathLst>
                <a:path h="626898" w="1185598">
                  <a:moveTo>
                    <a:pt x="67073" y="0"/>
                  </a:moveTo>
                  <a:lnTo>
                    <a:pt x="1118525" y="0"/>
                  </a:lnTo>
                  <a:cubicBezTo>
                    <a:pt x="1155568" y="0"/>
                    <a:pt x="1185598" y="30030"/>
                    <a:pt x="1185598" y="67073"/>
                  </a:cubicBezTo>
                  <a:lnTo>
                    <a:pt x="1185598" y="559825"/>
                  </a:lnTo>
                  <a:cubicBezTo>
                    <a:pt x="1185598" y="596868"/>
                    <a:pt x="1155568" y="626898"/>
                    <a:pt x="1118525" y="626898"/>
                  </a:cubicBezTo>
                  <a:lnTo>
                    <a:pt x="67073" y="626898"/>
                  </a:lnTo>
                  <a:cubicBezTo>
                    <a:pt x="30030" y="626898"/>
                    <a:pt x="0" y="596868"/>
                    <a:pt x="0" y="559825"/>
                  </a:cubicBezTo>
                  <a:lnTo>
                    <a:pt x="0" y="67073"/>
                  </a:lnTo>
                  <a:cubicBezTo>
                    <a:pt x="0" y="30030"/>
                    <a:pt x="30030" y="0"/>
                    <a:pt x="67073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85598" cy="68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24375" y="5014297"/>
            <a:ext cx="4501568" cy="2380253"/>
            <a:chOff x="0" y="0"/>
            <a:chExt cx="1185598" cy="6268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5598" cy="626898"/>
            </a:xfrm>
            <a:custGeom>
              <a:avLst/>
              <a:gdLst/>
              <a:ahLst/>
              <a:cxnLst/>
              <a:rect r="r" b="b" t="t" l="l"/>
              <a:pathLst>
                <a:path h="626898" w="1185598">
                  <a:moveTo>
                    <a:pt x="67073" y="0"/>
                  </a:moveTo>
                  <a:lnTo>
                    <a:pt x="1118525" y="0"/>
                  </a:lnTo>
                  <a:cubicBezTo>
                    <a:pt x="1155568" y="0"/>
                    <a:pt x="1185598" y="30030"/>
                    <a:pt x="1185598" y="67073"/>
                  </a:cubicBezTo>
                  <a:lnTo>
                    <a:pt x="1185598" y="559825"/>
                  </a:lnTo>
                  <a:cubicBezTo>
                    <a:pt x="1185598" y="596868"/>
                    <a:pt x="1155568" y="626898"/>
                    <a:pt x="1118525" y="626898"/>
                  </a:cubicBezTo>
                  <a:lnTo>
                    <a:pt x="67073" y="626898"/>
                  </a:lnTo>
                  <a:cubicBezTo>
                    <a:pt x="30030" y="626898"/>
                    <a:pt x="0" y="596868"/>
                    <a:pt x="0" y="559825"/>
                  </a:cubicBezTo>
                  <a:lnTo>
                    <a:pt x="0" y="67073"/>
                  </a:lnTo>
                  <a:cubicBezTo>
                    <a:pt x="0" y="30030"/>
                    <a:pt x="30030" y="0"/>
                    <a:pt x="67073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85598" cy="68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7280" y="5000729"/>
            <a:ext cx="4501568" cy="2380253"/>
            <a:chOff x="0" y="0"/>
            <a:chExt cx="1185598" cy="6268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5598" cy="626898"/>
            </a:xfrm>
            <a:custGeom>
              <a:avLst/>
              <a:gdLst/>
              <a:ahLst/>
              <a:cxnLst/>
              <a:rect r="r" b="b" t="t" l="l"/>
              <a:pathLst>
                <a:path h="626898" w="1185598">
                  <a:moveTo>
                    <a:pt x="67073" y="0"/>
                  </a:moveTo>
                  <a:lnTo>
                    <a:pt x="1118525" y="0"/>
                  </a:lnTo>
                  <a:cubicBezTo>
                    <a:pt x="1155568" y="0"/>
                    <a:pt x="1185598" y="30030"/>
                    <a:pt x="1185598" y="67073"/>
                  </a:cubicBezTo>
                  <a:lnTo>
                    <a:pt x="1185598" y="559825"/>
                  </a:lnTo>
                  <a:cubicBezTo>
                    <a:pt x="1185598" y="596868"/>
                    <a:pt x="1155568" y="626898"/>
                    <a:pt x="1118525" y="626898"/>
                  </a:cubicBezTo>
                  <a:lnTo>
                    <a:pt x="67073" y="626898"/>
                  </a:lnTo>
                  <a:cubicBezTo>
                    <a:pt x="30030" y="626898"/>
                    <a:pt x="0" y="596868"/>
                    <a:pt x="0" y="559825"/>
                  </a:cubicBezTo>
                  <a:lnTo>
                    <a:pt x="0" y="67073"/>
                  </a:lnTo>
                  <a:cubicBezTo>
                    <a:pt x="0" y="30030"/>
                    <a:pt x="30030" y="0"/>
                    <a:pt x="67073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85598" cy="68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7280" y="7630406"/>
            <a:ext cx="9198662" cy="1810715"/>
            <a:chOff x="0" y="0"/>
            <a:chExt cx="2422693" cy="476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22693" cy="476896"/>
            </a:xfrm>
            <a:custGeom>
              <a:avLst/>
              <a:gdLst/>
              <a:ahLst/>
              <a:cxnLst/>
              <a:rect r="r" b="b" t="t" l="l"/>
              <a:pathLst>
                <a:path h="476896" w="2422693">
                  <a:moveTo>
                    <a:pt x="32824" y="0"/>
                  </a:moveTo>
                  <a:lnTo>
                    <a:pt x="2389869" y="0"/>
                  </a:lnTo>
                  <a:cubicBezTo>
                    <a:pt x="2407997" y="0"/>
                    <a:pt x="2422693" y="14696"/>
                    <a:pt x="2422693" y="32824"/>
                  </a:cubicBezTo>
                  <a:lnTo>
                    <a:pt x="2422693" y="444072"/>
                  </a:lnTo>
                  <a:cubicBezTo>
                    <a:pt x="2422693" y="462200"/>
                    <a:pt x="2407997" y="476896"/>
                    <a:pt x="2389869" y="476896"/>
                  </a:cubicBezTo>
                  <a:lnTo>
                    <a:pt x="32824" y="476896"/>
                  </a:lnTo>
                  <a:cubicBezTo>
                    <a:pt x="14696" y="476896"/>
                    <a:pt x="0" y="462200"/>
                    <a:pt x="0" y="444072"/>
                  </a:cubicBezTo>
                  <a:lnTo>
                    <a:pt x="0" y="32824"/>
                  </a:lnTo>
                  <a:cubicBezTo>
                    <a:pt x="0" y="14696"/>
                    <a:pt x="14696" y="0"/>
                    <a:pt x="32824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22693" cy="53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06031" y="2625574"/>
            <a:ext cx="6876121" cy="6632726"/>
            <a:chOff x="0" y="0"/>
            <a:chExt cx="1810995" cy="17468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10995" cy="1746891"/>
            </a:xfrm>
            <a:custGeom>
              <a:avLst/>
              <a:gdLst/>
              <a:ahLst/>
              <a:cxnLst/>
              <a:rect r="r" b="b" t="t" l="l"/>
              <a:pathLst>
                <a:path h="1746891" w="1810995">
                  <a:moveTo>
                    <a:pt x="56296" y="0"/>
                  </a:moveTo>
                  <a:lnTo>
                    <a:pt x="1754699" y="0"/>
                  </a:lnTo>
                  <a:cubicBezTo>
                    <a:pt x="1769630" y="0"/>
                    <a:pt x="1783949" y="5931"/>
                    <a:pt x="1794506" y="16489"/>
                  </a:cubicBezTo>
                  <a:cubicBezTo>
                    <a:pt x="1805064" y="27046"/>
                    <a:pt x="1810995" y="41365"/>
                    <a:pt x="1810995" y="56296"/>
                  </a:cubicBezTo>
                  <a:lnTo>
                    <a:pt x="1810995" y="1690595"/>
                  </a:lnTo>
                  <a:cubicBezTo>
                    <a:pt x="1810995" y="1705526"/>
                    <a:pt x="1805064" y="1719845"/>
                    <a:pt x="1794506" y="1730402"/>
                  </a:cubicBezTo>
                  <a:cubicBezTo>
                    <a:pt x="1783949" y="1740960"/>
                    <a:pt x="1769630" y="1746891"/>
                    <a:pt x="1754699" y="1746891"/>
                  </a:cubicBezTo>
                  <a:lnTo>
                    <a:pt x="56296" y="1746891"/>
                  </a:lnTo>
                  <a:cubicBezTo>
                    <a:pt x="41365" y="1746891"/>
                    <a:pt x="27046" y="1740960"/>
                    <a:pt x="16489" y="1730402"/>
                  </a:cubicBezTo>
                  <a:cubicBezTo>
                    <a:pt x="5931" y="1719845"/>
                    <a:pt x="0" y="1705526"/>
                    <a:pt x="0" y="1690595"/>
                  </a:cubicBezTo>
                  <a:lnTo>
                    <a:pt x="0" y="56296"/>
                  </a:lnTo>
                  <a:cubicBezTo>
                    <a:pt x="0" y="41365"/>
                    <a:pt x="5931" y="27046"/>
                    <a:pt x="16489" y="16489"/>
                  </a:cubicBezTo>
                  <a:cubicBezTo>
                    <a:pt x="27046" y="5931"/>
                    <a:pt x="41365" y="0"/>
                    <a:pt x="562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810995" cy="180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846523" y="8991742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846523" y="2797102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41635" y="2968468"/>
            <a:ext cx="2864346" cy="286434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43" y="0"/>
                  </a:moveTo>
                  <a:lnTo>
                    <a:pt x="772257" y="0"/>
                  </a:lnTo>
                  <a:cubicBezTo>
                    <a:pt x="783010" y="0"/>
                    <a:pt x="793322" y="4271"/>
                    <a:pt x="800925" y="11875"/>
                  </a:cubicBezTo>
                  <a:cubicBezTo>
                    <a:pt x="808529" y="19478"/>
                    <a:pt x="812800" y="29790"/>
                    <a:pt x="812800" y="40543"/>
                  </a:cubicBezTo>
                  <a:lnTo>
                    <a:pt x="812800" y="772257"/>
                  </a:lnTo>
                  <a:cubicBezTo>
                    <a:pt x="812800" y="783010"/>
                    <a:pt x="808529" y="793322"/>
                    <a:pt x="800925" y="800925"/>
                  </a:cubicBezTo>
                  <a:cubicBezTo>
                    <a:pt x="793322" y="808529"/>
                    <a:pt x="783010" y="812800"/>
                    <a:pt x="772257" y="812800"/>
                  </a:cubicBezTo>
                  <a:lnTo>
                    <a:pt x="40543" y="812800"/>
                  </a:lnTo>
                  <a:cubicBezTo>
                    <a:pt x="29790" y="812800"/>
                    <a:pt x="19478" y="808529"/>
                    <a:pt x="11875" y="800925"/>
                  </a:cubicBezTo>
                  <a:cubicBezTo>
                    <a:pt x="4271" y="793322"/>
                    <a:pt x="0" y="783010"/>
                    <a:pt x="0" y="772257"/>
                  </a:cubicBezTo>
                  <a:lnTo>
                    <a:pt x="0" y="40543"/>
                  </a:lnTo>
                  <a:cubicBezTo>
                    <a:pt x="0" y="29790"/>
                    <a:pt x="4271" y="19478"/>
                    <a:pt x="11875" y="11875"/>
                  </a:cubicBezTo>
                  <a:cubicBezTo>
                    <a:pt x="19478" y="4271"/>
                    <a:pt x="29790" y="0"/>
                    <a:pt x="40543" y="0"/>
                  </a:cubicBezTo>
                  <a:close/>
                </a:path>
              </a:pathLst>
            </a:custGeom>
            <a:blipFill>
              <a:blip r:embed="rId4"/>
              <a:stretch>
                <a:fillRect l="-39285" t="0" r="-39285" b="0"/>
              </a:stretch>
            </a:blipFill>
            <a:ln w="47625" cap="sq">
              <a:solidFill>
                <a:srgbClr val="10162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167184" y="2968468"/>
            <a:ext cx="2864346" cy="286434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43" y="0"/>
                  </a:moveTo>
                  <a:lnTo>
                    <a:pt x="772257" y="0"/>
                  </a:lnTo>
                  <a:cubicBezTo>
                    <a:pt x="783010" y="0"/>
                    <a:pt x="793322" y="4271"/>
                    <a:pt x="800925" y="11875"/>
                  </a:cubicBezTo>
                  <a:cubicBezTo>
                    <a:pt x="808529" y="19478"/>
                    <a:pt x="812800" y="29790"/>
                    <a:pt x="812800" y="40543"/>
                  </a:cubicBezTo>
                  <a:lnTo>
                    <a:pt x="812800" y="772257"/>
                  </a:lnTo>
                  <a:cubicBezTo>
                    <a:pt x="812800" y="783010"/>
                    <a:pt x="808529" y="793322"/>
                    <a:pt x="800925" y="800925"/>
                  </a:cubicBezTo>
                  <a:cubicBezTo>
                    <a:pt x="793322" y="808529"/>
                    <a:pt x="783010" y="812800"/>
                    <a:pt x="772257" y="812800"/>
                  </a:cubicBezTo>
                  <a:lnTo>
                    <a:pt x="40543" y="812800"/>
                  </a:lnTo>
                  <a:cubicBezTo>
                    <a:pt x="29790" y="812800"/>
                    <a:pt x="19478" y="808529"/>
                    <a:pt x="11875" y="800925"/>
                  </a:cubicBezTo>
                  <a:cubicBezTo>
                    <a:pt x="4271" y="793322"/>
                    <a:pt x="0" y="783010"/>
                    <a:pt x="0" y="772257"/>
                  </a:cubicBezTo>
                  <a:lnTo>
                    <a:pt x="0" y="40543"/>
                  </a:lnTo>
                  <a:cubicBezTo>
                    <a:pt x="0" y="29790"/>
                    <a:pt x="4271" y="19478"/>
                    <a:pt x="11875" y="11875"/>
                  </a:cubicBezTo>
                  <a:cubicBezTo>
                    <a:pt x="19478" y="4271"/>
                    <a:pt x="29790" y="0"/>
                    <a:pt x="40543" y="0"/>
                  </a:cubicBezTo>
                  <a:close/>
                </a:path>
              </a:pathLst>
            </a:custGeom>
            <a:blipFill>
              <a:blip r:embed="rId5"/>
              <a:stretch>
                <a:fillRect l="-25136" t="0" r="-25136" b="0"/>
              </a:stretch>
            </a:blipFill>
            <a:ln w="47625" cap="sq">
              <a:solidFill>
                <a:srgbClr val="10162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635" y="6051060"/>
            <a:ext cx="2864346" cy="286434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43" y="0"/>
                  </a:moveTo>
                  <a:lnTo>
                    <a:pt x="772257" y="0"/>
                  </a:lnTo>
                  <a:cubicBezTo>
                    <a:pt x="783010" y="0"/>
                    <a:pt x="793322" y="4271"/>
                    <a:pt x="800925" y="11875"/>
                  </a:cubicBezTo>
                  <a:cubicBezTo>
                    <a:pt x="808529" y="19478"/>
                    <a:pt x="812800" y="29790"/>
                    <a:pt x="812800" y="40543"/>
                  </a:cubicBezTo>
                  <a:lnTo>
                    <a:pt x="812800" y="772257"/>
                  </a:lnTo>
                  <a:cubicBezTo>
                    <a:pt x="812800" y="783010"/>
                    <a:pt x="808529" y="793322"/>
                    <a:pt x="800925" y="800925"/>
                  </a:cubicBezTo>
                  <a:cubicBezTo>
                    <a:pt x="793322" y="808529"/>
                    <a:pt x="783010" y="812800"/>
                    <a:pt x="772257" y="812800"/>
                  </a:cubicBezTo>
                  <a:lnTo>
                    <a:pt x="40543" y="812800"/>
                  </a:lnTo>
                  <a:cubicBezTo>
                    <a:pt x="29790" y="812800"/>
                    <a:pt x="19478" y="808529"/>
                    <a:pt x="11875" y="800925"/>
                  </a:cubicBezTo>
                  <a:cubicBezTo>
                    <a:pt x="4271" y="793322"/>
                    <a:pt x="0" y="783010"/>
                    <a:pt x="0" y="772257"/>
                  </a:cubicBezTo>
                  <a:lnTo>
                    <a:pt x="0" y="40543"/>
                  </a:lnTo>
                  <a:cubicBezTo>
                    <a:pt x="0" y="29790"/>
                    <a:pt x="4271" y="19478"/>
                    <a:pt x="11875" y="11875"/>
                  </a:cubicBezTo>
                  <a:cubicBezTo>
                    <a:pt x="19478" y="4271"/>
                    <a:pt x="29790" y="0"/>
                    <a:pt x="40543" y="0"/>
                  </a:cubicBezTo>
                  <a:close/>
                </a:path>
              </a:pathLst>
            </a:custGeom>
            <a:blipFill>
              <a:blip r:embed="rId6"/>
              <a:stretch>
                <a:fillRect l="-38988" t="0" r="-38988" b="0"/>
              </a:stretch>
            </a:blipFill>
            <a:ln w="47625" cap="sq">
              <a:solidFill>
                <a:srgbClr val="10162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167184" y="6051060"/>
            <a:ext cx="2864346" cy="286434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43" y="0"/>
                  </a:moveTo>
                  <a:lnTo>
                    <a:pt x="772257" y="0"/>
                  </a:lnTo>
                  <a:cubicBezTo>
                    <a:pt x="783010" y="0"/>
                    <a:pt x="793322" y="4271"/>
                    <a:pt x="800925" y="11875"/>
                  </a:cubicBezTo>
                  <a:cubicBezTo>
                    <a:pt x="808529" y="19478"/>
                    <a:pt x="812800" y="29790"/>
                    <a:pt x="812800" y="40543"/>
                  </a:cubicBezTo>
                  <a:lnTo>
                    <a:pt x="812800" y="772257"/>
                  </a:lnTo>
                  <a:cubicBezTo>
                    <a:pt x="812800" y="783010"/>
                    <a:pt x="808529" y="793322"/>
                    <a:pt x="800925" y="800925"/>
                  </a:cubicBezTo>
                  <a:cubicBezTo>
                    <a:pt x="793322" y="808529"/>
                    <a:pt x="783010" y="812800"/>
                    <a:pt x="772257" y="812800"/>
                  </a:cubicBezTo>
                  <a:lnTo>
                    <a:pt x="40543" y="812800"/>
                  </a:lnTo>
                  <a:cubicBezTo>
                    <a:pt x="29790" y="812800"/>
                    <a:pt x="19478" y="808529"/>
                    <a:pt x="11875" y="800925"/>
                  </a:cubicBezTo>
                  <a:cubicBezTo>
                    <a:pt x="4271" y="793322"/>
                    <a:pt x="0" y="783010"/>
                    <a:pt x="0" y="772257"/>
                  </a:cubicBezTo>
                  <a:lnTo>
                    <a:pt x="0" y="40543"/>
                  </a:lnTo>
                  <a:cubicBezTo>
                    <a:pt x="0" y="29790"/>
                    <a:pt x="4271" y="19478"/>
                    <a:pt x="11875" y="11875"/>
                  </a:cubicBezTo>
                  <a:cubicBezTo>
                    <a:pt x="19478" y="4271"/>
                    <a:pt x="29790" y="0"/>
                    <a:pt x="40543" y="0"/>
                  </a:cubicBezTo>
                  <a:close/>
                </a:path>
              </a:pathLst>
            </a:custGeom>
            <a:blipFill>
              <a:blip r:embed="rId7"/>
              <a:stretch>
                <a:fillRect l="-16752" t="0" r="-16752" b="0"/>
              </a:stretch>
            </a:blipFill>
            <a:ln w="47625" cap="sq">
              <a:solidFill>
                <a:srgbClr val="10162A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84447" y="2639468"/>
            <a:ext cx="35872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2996" spc="-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Rata-rata 11 penembakan masal per minggu​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61553" y="2639468"/>
            <a:ext cx="3827212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2996" spc="-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Higher rate of antidepressantuse among those exposed to a school shooting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4447" y="5270920"/>
            <a:ext cx="358723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2996" spc="-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Students exposed to shootings at their schools areless likely to graduate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03313" y="5270920"/>
            <a:ext cx="394369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2996" spc="-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Pendeteksian penembakan masal di sekolah sangatlambat dan tidak efisien.​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2403" y="7826110"/>
            <a:ext cx="8268416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6"/>
              </a:lnSpc>
              <a:spcBef>
                <a:spcPct val="0"/>
              </a:spcBef>
            </a:pPr>
            <a:r>
              <a:rPr lang="en-US" b="true" sz="2996" spc="-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Lambatnya pendeteksian membuat siswa tak memiliki banyak waktu untuk melarikan diri sehingga menurunkan chance of survival.​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92102" y="527208"/>
            <a:ext cx="5103797" cy="89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Permasalahan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754753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57150"/>
            <a:ext cx="18288000" cy="10540440"/>
            <a:chOff x="0" y="0"/>
            <a:chExt cx="4816593" cy="2776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76083"/>
            </a:xfrm>
            <a:custGeom>
              <a:avLst/>
              <a:gdLst/>
              <a:ahLst/>
              <a:cxnLst/>
              <a:rect r="r" b="b" t="t" l="l"/>
              <a:pathLst>
                <a:path h="27760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76083"/>
                  </a:lnTo>
                  <a:lnTo>
                    <a:pt x="0" y="2776083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16593" cy="284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77556" y="4059639"/>
            <a:ext cx="13042871" cy="2167721"/>
            <a:chOff x="0" y="0"/>
            <a:chExt cx="3435160" cy="5709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35160" cy="570922"/>
            </a:xfrm>
            <a:custGeom>
              <a:avLst/>
              <a:gdLst/>
              <a:ahLst/>
              <a:cxnLst/>
              <a:rect r="r" b="b" t="t" l="l"/>
              <a:pathLst>
                <a:path h="570922" w="3435160">
                  <a:moveTo>
                    <a:pt x="36802" y="0"/>
                  </a:moveTo>
                  <a:lnTo>
                    <a:pt x="3398358" y="0"/>
                  </a:lnTo>
                  <a:cubicBezTo>
                    <a:pt x="3418683" y="0"/>
                    <a:pt x="3435160" y="16477"/>
                    <a:pt x="3435160" y="36802"/>
                  </a:cubicBezTo>
                  <a:lnTo>
                    <a:pt x="3435160" y="534121"/>
                  </a:lnTo>
                  <a:cubicBezTo>
                    <a:pt x="3435160" y="554446"/>
                    <a:pt x="3418683" y="570922"/>
                    <a:pt x="3398358" y="570922"/>
                  </a:cubicBezTo>
                  <a:lnTo>
                    <a:pt x="36802" y="570922"/>
                  </a:lnTo>
                  <a:cubicBezTo>
                    <a:pt x="16477" y="570922"/>
                    <a:pt x="0" y="554446"/>
                    <a:pt x="0" y="534121"/>
                  </a:cubicBezTo>
                  <a:lnTo>
                    <a:pt x="0" y="36802"/>
                  </a:lnTo>
                  <a:cubicBezTo>
                    <a:pt x="0" y="16477"/>
                    <a:pt x="16477" y="0"/>
                    <a:pt x="36802" y="0"/>
                  </a:cubicBezTo>
                  <a:close/>
                </a:path>
              </a:pathLst>
            </a:custGeom>
            <a:solidFill>
              <a:srgbClr val="10162A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435160" cy="62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99434" y="4255897"/>
            <a:ext cx="14489132" cy="15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0"/>
              </a:lnSpc>
              <a:spcBef>
                <a:spcPct val="0"/>
              </a:spcBef>
            </a:pPr>
            <a:r>
              <a:rPr lang="en-US" b="true" sz="4364" spc="-218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Dibutuhkan sistem cerdas yang mampu mendeteksi penembakan masal lebih diri secara cepat dan tepat.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4656330"/>
            <a:ext cx="13765929" cy="2064889"/>
          </a:xfrm>
          <a:custGeom>
            <a:avLst/>
            <a:gdLst/>
            <a:ahLst/>
            <a:cxnLst/>
            <a:rect r="r" b="b" t="t" l="l"/>
            <a:pathLst>
              <a:path h="2064889" w="13765929">
                <a:moveTo>
                  <a:pt x="0" y="0"/>
                </a:moveTo>
                <a:lnTo>
                  <a:pt x="13765930" y="0"/>
                </a:lnTo>
                <a:lnTo>
                  <a:pt x="13765930" y="2064889"/>
                </a:lnTo>
                <a:lnTo>
                  <a:pt x="0" y="2064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86289" y="527208"/>
            <a:ext cx="4315422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Flowchart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7633" y="3631066"/>
            <a:ext cx="14592734" cy="3867075"/>
          </a:xfrm>
          <a:custGeom>
            <a:avLst/>
            <a:gdLst/>
            <a:ahLst/>
            <a:cxnLst/>
            <a:rect r="r" b="b" t="t" l="l"/>
            <a:pathLst>
              <a:path h="3867075" w="14592734">
                <a:moveTo>
                  <a:pt x="0" y="0"/>
                </a:moveTo>
                <a:lnTo>
                  <a:pt x="14592734" y="0"/>
                </a:lnTo>
                <a:lnTo>
                  <a:pt x="14592734" y="3867074"/>
                </a:lnTo>
                <a:lnTo>
                  <a:pt x="0" y="3867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5476" y="530225"/>
            <a:ext cx="5697048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1699" y="2424200"/>
            <a:ext cx="12544602" cy="6303662"/>
          </a:xfrm>
          <a:custGeom>
            <a:avLst/>
            <a:gdLst/>
            <a:ahLst/>
            <a:cxnLst/>
            <a:rect r="r" b="b" t="t" l="l"/>
            <a:pathLst>
              <a:path h="6303662" w="12544602">
                <a:moveTo>
                  <a:pt x="0" y="0"/>
                </a:moveTo>
                <a:lnTo>
                  <a:pt x="12544602" y="0"/>
                </a:lnTo>
                <a:lnTo>
                  <a:pt x="12544602" y="6303662"/>
                </a:lnTo>
                <a:lnTo>
                  <a:pt x="0" y="6303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6978" y="530225"/>
            <a:ext cx="7394044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Model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8639" y="2520918"/>
            <a:ext cx="11130723" cy="5811221"/>
          </a:xfrm>
          <a:custGeom>
            <a:avLst/>
            <a:gdLst/>
            <a:ahLst/>
            <a:cxnLst/>
            <a:rect r="r" b="b" t="t" l="l"/>
            <a:pathLst>
              <a:path h="5811221" w="11130723">
                <a:moveTo>
                  <a:pt x="0" y="0"/>
                </a:moveTo>
                <a:lnTo>
                  <a:pt x="11130722" y="0"/>
                </a:lnTo>
                <a:lnTo>
                  <a:pt x="11130722" y="5811221"/>
                </a:lnTo>
                <a:lnTo>
                  <a:pt x="0" y="5811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6978" y="530225"/>
            <a:ext cx="7394044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Experiments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25412"/>
            <a:ext cx="7271305" cy="6232888"/>
            <a:chOff x="0" y="0"/>
            <a:chExt cx="1915076" cy="1641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076" cy="1641584"/>
            </a:xfrm>
            <a:custGeom>
              <a:avLst/>
              <a:gdLst/>
              <a:ahLst/>
              <a:cxnLst/>
              <a:rect r="r" b="b" t="t" l="l"/>
              <a:pathLst>
                <a:path h="1641584" w="1915076">
                  <a:moveTo>
                    <a:pt x="41524" y="0"/>
                  </a:moveTo>
                  <a:lnTo>
                    <a:pt x="1873552" y="0"/>
                  </a:lnTo>
                  <a:cubicBezTo>
                    <a:pt x="1884565" y="0"/>
                    <a:pt x="1895127" y="4375"/>
                    <a:pt x="1902914" y="12162"/>
                  </a:cubicBezTo>
                  <a:cubicBezTo>
                    <a:pt x="1910701" y="19949"/>
                    <a:pt x="1915076" y="30511"/>
                    <a:pt x="1915076" y="41524"/>
                  </a:cubicBezTo>
                  <a:lnTo>
                    <a:pt x="1915076" y="1600060"/>
                  </a:lnTo>
                  <a:cubicBezTo>
                    <a:pt x="1915076" y="1622993"/>
                    <a:pt x="1896485" y="1641584"/>
                    <a:pt x="1873552" y="1641584"/>
                  </a:cubicBezTo>
                  <a:lnTo>
                    <a:pt x="41524" y="1641584"/>
                  </a:lnTo>
                  <a:cubicBezTo>
                    <a:pt x="18591" y="1641584"/>
                    <a:pt x="0" y="1622993"/>
                    <a:pt x="0" y="1600060"/>
                  </a:cubicBezTo>
                  <a:lnTo>
                    <a:pt x="0" y="41524"/>
                  </a:lnTo>
                  <a:cubicBezTo>
                    <a:pt x="0" y="18591"/>
                    <a:pt x="18591" y="0"/>
                    <a:pt x="41524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15076" cy="1698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76147" y="3103385"/>
            <a:ext cx="7583988" cy="6154915"/>
            <a:chOff x="0" y="0"/>
            <a:chExt cx="1997429" cy="1621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7429" cy="1621047"/>
            </a:xfrm>
            <a:custGeom>
              <a:avLst/>
              <a:gdLst/>
              <a:ahLst/>
              <a:cxnLst/>
              <a:rect r="r" b="b" t="t" l="l"/>
              <a:pathLst>
                <a:path h="1621047" w="1997429">
                  <a:moveTo>
                    <a:pt x="39812" y="0"/>
                  </a:moveTo>
                  <a:lnTo>
                    <a:pt x="1957617" y="0"/>
                  </a:lnTo>
                  <a:cubicBezTo>
                    <a:pt x="1968176" y="0"/>
                    <a:pt x="1978302" y="4194"/>
                    <a:pt x="1985768" y="11661"/>
                  </a:cubicBezTo>
                  <a:cubicBezTo>
                    <a:pt x="1993234" y="19127"/>
                    <a:pt x="1997429" y="29253"/>
                    <a:pt x="1997429" y="39812"/>
                  </a:cubicBezTo>
                  <a:lnTo>
                    <a:pt x="1997429" y="1581235"/>
                  </a:lnTo>
                  <a:cubicBezTo>
                    <a:pt x="1997429" y="1603223"/>
                    <a:pt x="1979604" y="1621047"/>
                    <a:pt x="1957617" y="1621047"/>
                  </a:cubicBezTo>
                  <a:lnTo>
                    <a:pt x="39812" y="1621047"/>
                  </a:lnTo>
                  <a:cubicBezTo>
                    <a:pt x="17825" y="1621047"/>
                    <a:pt x="0" y="1603223"/>
                    <a:pt x="0" y="1581235"/>
                  </a:cubicBezTo>
                  <a:lnTo>
                    <a:pt x="0" y="39812"/>
                  </a:lnTo>
                  <a:cubicBezTo>
                    <a:pt x="0" y="17825"/>
                    <a:pt x="17825" y="0"/>
                    <a:pt x="39812" y="0"/>
                  </a:cubicBezTo>
                  <a:close/>
                </a:path>
              </a:pathLst>
            </a:custGeom>
            <a:solidFill>
              <a:srgbClr val="202F60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97429" cy="1678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8990347" y="3040586"/>
            <a:ext cx="0" cy="6217714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35571" y="4213167"/>
            <a:ext cx="6857562" cy="3857379"/>
          </a:xfrm>
          <a:custGeom>
            <a:avLst/>
            <a:gdLst/>
            <a:ahLst/>
            <a:cxnLst/>
            <a:rect r="r" b="b" t="t" l="l"/>
            <a:pathLst>
              <a:path h="3857379" w="6857562">
                <a:moveTo>
                  <a:pt x="0" y="0"/>
                </a:moveTo>
                <a:lnTo>
                  <a:pt x="6857562" y="0"/>
                </a:lnTo>
                <a:lnTo>
                  <a:pt x="6857562" y="3857378"/>
                </a:lnTo>
                <a:lnTo>
                  <a:pt x="0" y="385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22780" y="4301175"/>
            <a:ext cx="6690722" cy="3759335"/>
          </a:xfrm>
          <a:custGeom>
            <a:avLst/>
            <a:gdLst/>
            <a:ahLst/>
            <a:cxnLst/>
            <a:rect r="r" b="b" t="t" l="l"/>
            <a:pathLst>
              <a:path h="3759335" w="6690722">
                <a:moveTo>
                  <a:pt x="0" y="0"/>
                </a:moveTo>
                <a:lnTo>
                  <a:pt x="6690722" y="0"/>
                </a:lnTo>
                <a:lnTo>
                  <a:pt x="6690722" y="3759335"/>
                </a:lnTo>
                <a:lnTo>
                  <a:pt x="0" y="375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93571" y="421190"/>
            <a:ext cx="6700858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4026" y="3057806"/>
            <a:ext cx="10519947" cy="4171388"/>
          </a:xfrm>
          <a:custGeom>
            <a:avLst/>
            <a:gdLst/>
            <a:ahLst/>
            <a:cxnLst/>
            <a:rect r="r" b="b" t="t" l="l"/>
            <a:pathLst>
              <a:path h="4171388" w="10519947">
                <a:moveTo>
                  <a:pt x="0" y="0"/>
                </a:moveTo>
                <a:lnTo>
                  <a:pt x="10519948" y="0"/>
                </a:lnTo>
                <a:lnTo>
                  <a:pt x="10519948" y="4171388"/>
                </a:lnTo>
                <a:lnTo>
                  <a:pt x="0" y="4171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8657" y="530225"/>
            <a:ext cx="8050687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Experiment Results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56464"/>
            <a:ext cx="16230600" cy="177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gradFill>
                  <a:gsLst>
                    <a:gs pos="0">
                      <a:srgbClr val="10162A">
                        <a:alpha val="100000"/>
                      </a:srgbClr>
                    </a:gs>
                    <a:gs pos="100000">
                      <a:srgbClr val="3361AC">
                        <a:alpha val="68500"/>
                      </a:srgbClr>
                    </a:gs>
                  </a:gsLst>
                  <a:lin ang="0"/>
                </a:gra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DAG8Mfg6v4M</dc:identifier>
  <dcterms:modified xsi:type="dcterms:W3CDTF">2011-08-01T06:04:30Z</dcterms:modified>
  <cp:revision>1</cp:revision>
  <dc:title>MASS SHOOTING DETECTOR</dc:title>
</cp:coreProperties>
</file>